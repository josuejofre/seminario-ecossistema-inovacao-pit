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Caso de San Diego </a:t>
            </a:r>
          </a:p>
        </p:txBody>
      </p:sp>
      <p:pic>
        <p:nvPicPr>
          <p:cNvPr id="4" name="Picture 3" descr="slide_1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291840" cy="2490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• Patentes PCT (2020-2024): </a:t>
            </a:r>
            <a:r>
              <a:rPr sz="1200" b="1">
                <a:solidFill>
                  <a:srgbClr val="3FD0E6"/>
                </a:solidFill>
              </a:rPr>
              <a:t>26.713</a:t>
            </a:r>
          </a:p>
          <a:p>
            <a:r>
              <a:rPr sz="1100">
                <a:solidFill>
                  <a:srgbClr val="94A3B8"/>
                </a:solidFill>
              </a:rPr>
              <a:t>• Artigos Científicos: </a:t>
            </a:r>
            <a:r>
              <a:rPr sz="1200" b="1">
                <a:solidFill>
                  <a:srgbClr val="3FD0E6"/>
                </a:solidFill>
              </a:rPr>
              <a:t>19.862</a:t>
            </a:r>
          </a:p>
          <a:p>
            <a:r>
              <a:rPr sz="1100">
                <a:solidFill>
                  <a:srgbClr val="94A3B8"/>
                </a:solidFill>
              </a:rPr>
              <a:t>• Deals de Venture Capital: </a:t>
            </a:r>
            <a:r>
              <a:rPr sz="1200" b="1">
                <a:solidFill>
                  <a:srgbClr val="3FD0E6"/>
                </a:solidFill>
              </a:rPr>
              <a:t>1.705</a:t>
            </a:r>
          </a:p>
        </p:txBody>
      </p:sp>
      <p:pic>
        <p:nvPicPr>
          <p:cNvPr id="6" name="Picture 5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4023360" cy="4389120"/>
          </a:xfrm>
          <a:prstGeom prst="rect">
            <a:avLst/>
          </a:prstGeom>
        </p:spPr>
      </p:pic>
      <p:pic>
        <p:nvPicPr>
          <p:cNvPr id="7" name="Picture 6" descr="slide_1_img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463040"/>
            <a:ext cx="30175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Global Innovation Index 2025 (WIPO); Jukka Majava &amp;amp; Satu Rinkinen (2026). Twenty years, twenty studies: what can we learn from San Diego’s innovation ecosystem?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 de inovação?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 i="1">
                <a:solidFill>
                  <a:srgbClr val="FFFFFF"/>
                </a:solidFill>
              </a:defRPr>
            </a:pPr>
            <a:r>
              <a:t>"É conjunto dinâmico e em evolução de atores, instituições, atividades e relações complementares que impulsionam o desempenho inovador."</a:t>
            </a:r>
          </a:p>
          <a:p>
            <a:pPr>
              <a:defRPr sz="1100">
                <a:solidFill>
                  <a:srgbClr val="3FD0E6"/>
                </a:solidFill>
              </a:defRPr>
            </a:pPr>
            <a:r>
              <a:t>— Jukka Majava &amp; Satu Rinkinen (2026), Technology Analysis &amp; Strategic Management, 38:1, 49-64.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1º. Ponto: UNIVERSIDADE COM PESQUISA DE PONTA, ATRAÇÃO DE EMPRESAS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2º. Ponto: ANTECEDENTES HISTÓRICOS, VOCAÇÃO DA CIDADE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3º. Ponto: DECISÕES POLÍTICAS PARA FAVORECER O ECOSSISTEMA</a:t>
            </a:r>
            <a:br/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4º Ponto: CONTINGENCIAS QUE GERAM AÇÕES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5º. Ponto: INSTITUIÇÃO MEDIADORA PARA PROPORCIONAR RELACIONAMENTOS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6º Ponto: PROXIMIDADE GEOGRÁFICA DOS ATORES</a:t>
            </a:r>
            <a:br/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Majava, J. &amp;amp; Rinkinen, S. (2026). Twenty years, twenty studies: what can we learn from San Diego’s innovation ecosystem?, Technology Analysis &amp;amp; Strategic Management, 38:1,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Jukka Majava &amp;amp; Satu Rinkinen (2026); Walshok, M. L. &amp;amp;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Jukka Majava &amp;amp; Satu Rinkinen (2026). Twenty years, twenty studies: what can we learn from San Diego’s innovation ecosystem? (Tech. Analysis &amp;amp; Strat. Mgmt.).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Rubem, Thiago Chiquetto (2018). Políticas de inovação, parques tecnológicos e a importância do território: o caso do PIT SJC; Silva, Ozires (1998).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Rubem, Thiago Chiquetto (2018); Spolidoro, R. (1997). Tipologia de polos tecnológicos; Relatório de Atividades PIT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RELATÓRIO ANUAL DE ATIVIDADES PIT 2025; RUBEM, Thiago Chiquetto. Políticas de inovação, parques tecnológicos e a importância do território: o caso do PIT SJC (2018).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Matéria do jornal Gazeta de São Paulo e entrevista com Jeferson Cheriegate, Presidente do PIT SJC (29.05.2026); Relatório Anual PIT 2025.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Comparativo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Matriz Comparativa Oficial Seminário 5 GETI 2026; Jukka Majava &amp;amp; Satu Rinkinen (2026); Thiago Chiquetto Rubem (2018); APTSJC (2025).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Fernando Barreto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